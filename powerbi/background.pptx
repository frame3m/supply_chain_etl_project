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7A69"/>
    <a:srgbClr val="265B4B"/>
    <a:srgbClr val="8FB59D"/>
    <a:srgbClr val="265B4A"/>
    <a:srgbClr val="DAF1DE"/>
    <a:srgbClr val="22554A"/>
    <a:srgbClr val="EDF8EE"/>
    <a:srgbClr val="DFF2E1"/>
    <a:srgbClr val="FFFFFF"/>
    <a:srgbClr val="183E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01E017-E1AE-FB85-A06A-82499AE555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86F826-0480-8E6B-1F28-3016D0008D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046E93-FBB8-68A5-C4E1-71F09B27F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56D51-F99A-4CAA-8BEE-C00A7210A191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24F4EE-48E5-437E-6188-51AECD3C8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A1DCAD-C7BC-AD4C-1146-4A5E41052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EC558-0A2E-4115-9CAC-EFE57FD95AA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2382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6C793C-26DF-AED0-16D9-27DE06673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33CBBD-E797-778A-0022-031100FCA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934F3C-0BD8-7C36-EE69-3EAB11F56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56D51-F99A-4CAA-8BEE-C00A7210A191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D35A39-9641-0294-0701-97DB19AFF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A05C6B-35F6-10F8-AAD3-F042DB121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EC558-0A2E-4115-9CAC-EFE57FD95AA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15461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981B3A-4318-98E5-E16A-0990B835F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397D01-187A-80D5-3617-CD34976DC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D6CC2E-3181-8646-0C4E-436403E82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56D51-F99A-4CAA-8BEE-C00A7210A191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0541AF-5FDB-9B6D-EAB9-3745F415B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D80938-36CC-CFB9-76CF-88A25E583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EC558-0A2E-4115-9CAC-EFE57FD95AA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26480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8FC335-B9A3-46BF-6262-39EFFD396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F10614-F9B1-978C-3D2C-A693A87247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6C83D33-1E0F-C283-76AB-42687D61E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5B33AD-1AEC-4ABB-7C09-C2850EB80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56D51-F99A-4CAA-8BEE-C00A7210A191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BE4E71E-40B6-55D2-0688-6F911A7C7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3648A6-C8D4-AF87-1C47-9A6607A92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EC558-0A2E-4115-9CAC-EFE57FD95AA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64625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917CF6-8384-1636-8595-183D0C18B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BD34DE-2A9B-AD85-52B2-E173A27D5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DBFF8A6-6870-C6D5-B3C7-7CE4958E2C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FA8EE03-6689-18C4-E553-84FBA3BA70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F99BBC9-E9BF-F961-4225-753D824264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D8716-D0CD-B59D-4623-EF1161763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56D51-F99A-4CAA-8BEE-C00A7210A191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FAA79F7-41FD-04A0-9C0A-953D2EAA1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CDEDBE8-22DE-26A1-2368-EE75AB385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EC558-0A2E-4115-9CAC-EFE57FD95AA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57866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11B984-8D26-BF93-BC12-58B955D50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2F3444B-9F34-38F0-D575-957999C18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56D51-F99A-4CAA-8BEE-C00A7210A191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229553A-FF88-5467-38EB-FD2E681C8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C38F609-3FF7-B95D-5C18-52065EA0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EC558-0A2E-4115-9CAC-EFE57FD95AA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95655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7478AED-A6B7-3F35-3023-C469693D4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56D51-F99A-4CAA-8BEE-C00A7210A191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6E91D64-8FD2-98C3-F67B-9DF64AD7F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C6C76C-A3C4-E56E-BB37-7F42D7F76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EC558-0A2E-4115-9CAC-EFE57FD95AA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58321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7642B-76E4-8EF2-5030-B0366052C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E29796-4D41-C421-6763-8FCAD82D8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AF2414A-D6C0-DE57-FED9-FD8189AFC0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EEBD80-4E3B-8548-AECD-A6CE3F8AA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56D51-F99A-4CAA-8BEE-C00A7210A191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33F80E7-ECF3-A840-49EC-BA37D6642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F4AAED-9FBB-0155-9837-C5FC67244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EC558-0A2E-4115-9CAC-EFE57FD95AA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02213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4C41A-7D1C-724D-1BCA-D4DEFE6E9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26DA2D8-1A1E-FDD6-6F5E-1108CC0C1C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8C38D27-E701-349E-BFCB-832872DD4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317A713-CCA0-1A36-A1C2-70A93BA4D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56D51-F99A-4CAA-8BEE-C00A7210A191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18F4D5-EB31-290D-41F4-488E16B5D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27CB70-1B4C-DEAE-D69C-0B9F31C9E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EC558-0A2E-4115-9CAC-EFE57FD95AA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54350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2EA35A-32B7-D950-0F05-7C2D345AA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4090E5C-FDB2-D1CC-5D6D-D2873D75DC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AE5282-58B7-D130-F581-77F1F018D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56D51-F99A-4CAA-8BEE-C00A7210A191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89C90B-DB30-4BA8-2637-1FD88629E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38CD4A-6B57-6F05-6DB8-A82242EFA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EC558-0A2E-4115-9CAC-EFE57FD95AA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42855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81D778E-0367-2D5F-F406-516A371759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4F7553A-3D17-4A5D-6B60-906D89A436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793349-B2B3-3DFB-2EB3-73FCA402B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56D51-F99A-4CAA-8BEE-C00A7210A191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A380F0-C392-9656-7427-FC63BFE7D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BC7C72-0F3E-DBFC-E433-27A5F65A6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EC558-0A2E-4115-9CAC-EFE57FD95AA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82893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E624C93-98D1-137F-0D95-FA375B636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91C94C-5739-D7B8-B72F-ADE108D31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86581C-2A1C-838A-4C8A-73B003BCC0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556D51-F99A-4CAA-8BEE-C00A7210A191}" type="datetimeFigureOut">
              <a:rPr lang="es-AR" smtClean="0"/>
              <a:t>16/3/2026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78FC26-D384-D2B1-236A-6B368032C4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F05822-3CFD-5AAA-AA03-6C612EF574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9EC558-0A2E-4115-9CAC-EFE57FD95AA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07765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77A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E6A8404C-A5DE-B63B-CB26-8B842082FBAC}"/>
              </a:ext>
            </a:extLst>
          </p:cNvPr>
          <p:cNvSpPr/>
          <p:nvPr/>
        </p:nvSpPr>
        <p:spPr>
          <a:xfrm>
            <a:off x="57932" y="57932"/>
            <a:ext cx="12076136" cy="6742136"/>
          </a:xfrm>
          <a:prstGeom prst="roundRect">
            <a:avLst>
              <a:gd name="adj" fmla="val 1553"/>
            </a:avLst>
          </a:prstGeom>
          <a:solidFill>
            <a:srgbClr val="EDF8EE"/>
          </a:solidFill>
          <a:ln>
            <a:solidFill>
              <a:srgbClr val="95BDA3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BC36630-7E80-1C78-3D9A-FBDEC31F3573}"/>
              </a:ext>
            </a:extLst>
          </p:cNvPr>
          <p:cNvSpPr/>
          <p:nvPr/>
        </p:nvSpPr>
        <p:spPr>
          <a:xfrm>
            <a:off x="167004" y="164002"/>
            <a:ext cx="11859065" cy="693762"/>
          </a:xfrm>
          <a:prstGeom prst="roundRect">
            <a:avLst>
              <a:gd name="adj" fmla="val 9260"/>
            </a:avLst>
          </a:prstGeom>
          <a:solidFill>
            <a:srgbClr val="2255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5BAE980E-5563-BFE5-AAF9-483BB1A8A645}"/>
              </a:ext>
            </a:extLst>
          </p:cNvPr>
          <p:cNvSpPr/>
          <p:nvPr/>
        </p:nvSpPr>
        <p:spPr>
          <a:xfrm>
            <a:off x="167004" y="963835"/>
            <a:ext cx="2883600" cy="1315132"/>
          </a:xfrm>
          <a:prstGeom prst="roundRect">
            <a:avLst>
              <a:gd name="adj" fmla="val 490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8FB59D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D64A437F-853D-4C41-9019-FC7AC2E72D54}"/>
              </a:ext>
            </a:extLst>
          </p:cNvPr>
          <p:cNvSpPr/>
          <p:nvPr/>
        </p:nvSpPr>
        <p:spPr>
          <a:xfrm>
            <a:off x="9141396" y="963835"/>
            <a:ext cx="2883600" cy="1315132"/>
          </a:xfrm>
          <a:prstGeom prst="roundRect">
            <a:avLst>
              <a:gd name="adj" fmla="val 490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8FB59D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7C6DBCA0-52D6-BAF6-DC88-8886B8B07476}"/>
              </a:ext>
            </a:extLst>
          </p:cNvPr>
          <p:cNvSpPr/>
          <p:nvPr/>
        </p:nvSpPr>
        <p:spPr>
          <a:xfrm>
            <a:off x="3159676" y="960826"/>
            <a:ext cx="2883600" cy="1315132"/>
          </a:xfrm>
          <a:prstGeom prst="roundRect">
            <a:avLst>
              <a:gd name="adj" fmla="val 490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8FB59D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280E6D40-22B5-4E70-E9DE-339E5DCAA9BD}"/>
              </a:ext>
            </a:extLst>
          </p:cNvPr>
          <p:cNvSpPr/>
          <p:nvPr/>
        </p:nvSpPr>
        <p:spPr>
          <a:xfrm>
            <a:off x="6148724" y="960826"/>
            <a:ext cx="2883600" cy="1315132"/>
          </a:xfrm>
          <a:prstGeom prst="roundRect">
            <a:avLst>
              <a:gd name="adj" fmla="val 490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8FB59D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D933B072-19E4-EA7E-1979-4E93A0926481}"/>
              </a:ext>
            </a:extLst>
          </p:cNvPr>
          <p:cNvSpPr/>
          <p:nvPr/>
        </p:nvSpPr>
        <p:spPr>
          <a:xfrm>
            <a:off x="167004" y="2379020"/>
            <a:ext cx="2879976" cy="4306036"/>
          </a:xfrm>
          <a:prstGeom prst="roundRect">
            <a:avLst>
              <a:gd name="adj" fmla="val 252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8FB59D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A8D73899-1C63-C999-2363-DA556D31D5C1}"/>
              </a:ext>
            </a:extLst>
          </p:cNvPr>
          <p:cNvSpPr/>
          <p:nvPr/>
        </p:nvSpPr>
        <p:spPr>
          <a:xfrm>
            <a:off x="3161488" y="2379020"/>
            <a:ext cx="2879976" cy="4314978"/>
          </a:xfrm>
          <a:prstGeom prst="roundRect">
            <a:avLst>
              <a:gd name="adj" fmla="val 252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8FB59D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5E74F5FE-C628-E421-98C7-225EFF0431B4}"/>
              </a:ext>
            </a:extLst>
          </p:cNvPr>
          <p:cNvSpPr/>
          <p:nvPr/>
        </p:nvSpPr>
        <p:spPr>
          <a:xfrm>
            <a:off x="3781865" y="312390"/>
            <a:ext cx="4628270" cy="396934"/>
          </a:xfrm>
          <a:prstGeom prst="roundRect">
            <a:avLst>
              <a:gd name="adj" fmla="val 19078"/>
            </a:avLst>
          </a:prstGeom>
          <a:solidFill>
            <a:schemeClr val="bg1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78D1A7FA-C45B-9E1A-15BD-87DDCDAF4910}"/>
              </a:ext>
            </a:extLst>
          </p:cNvPr>
          <p:cNvSpPr/>
          <p:nvPr/>
        </p:nvSpPr>
        <p:spPr>
          <a:xfrm>
            <a:off x="6148724" y="2379020"/>
            <a:ext cx="5876272" cy="210600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8FB59D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339F3B98-C49D-10E6-C2A0-994F2116E9CF}"/>
              </a:ext>
            </a:extLst>
          </p:cNvPr>
          <p:cNvSpPr/>
          <p:nvPr/>
        </p:nvSpPr>
        <p:spPr>
          <a:xfrm>
            <a:off x="6148724" y="4585073"/>
            <a:ext cx="5876272" cy="2106000"/>
          </a:xfrm>
          <a:prstGeom prst="roundRect">
            <a:avLst>
              <a:gd name="adj" fmla="val 381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8FB59D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pic>
        <p:nvPicPr>
          <p:cNvPr id="8" name="Gráfico 7" descr="Gráfico de barras con relleno sólido">
            <a:extLst>
              <a:ext uri="{FF2B5EF4-FFF2-40B4-BE49-F238E27FC236}">
                <a16:creationId xmlns:a16="http://schemas.microsoft.com/office/drawing/2014/main" id="{23DF0624-FFF1-9D22-C74B-9B52AA4456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327" y="259609"/>
            <a:ext cx="526149" cy="503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342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77A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0F8CA21F-FDAA-14C9-3657-77DBEE4F0022}"/>
              </a:ext>
            </a:extLst>
          </p:cNvPr>
          <p:cNvSpPr/>
          <p:nvPr/>
        </p:nvSpPr>
        <p:spPr>
          <a:xfrm>
            <a:off x="57932" y="57932"/>
            <a:ext cx="12076136" cy="6742136"/>
          </a:xfrm>
          <a:prstGeom prst="roundRect">
            <a:avLst>
              <a:gd name="adj" fmla="val 1553"/>
            </a:avLst>
          </a:prstGeom>
          <a:solidFill>
            <a:srgbClr val="EDF8EE"/>
          </a:solidFill>
          <a:ln>
            <a:solidFill>
              <a:srgbClr val="95BDA3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4B5ED6CB-738A-10C8-F2A4-379ED04F64B5}"/>
              </a:ext>
            </a:extLst>
          </p:cNvPr>
          <p:cNvSpPr/>
          <p:nvPr/>
        </p:nvSpPr>
        <p:spPr>
          <a:xfrm>
            <a:off x="167004" y="164002"/>
            <a:ext cx="11859065" cy="693762"/>
          </a:xfrm>
          <a:prstGeom prst="roundRect">
            <a:avLst>
              <a:gd name="adj" fmla="val 9260"/>
            </a:avLst>
          </a:prstGeom>
          <a:solidFill>
            <a:srgbClr val="2255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B794BCB5-5A38-6DDD-0EC5-8EBD84970AEA}"/>
              </a:ext>
            </a:extLst>
          </p:cNvPr>
          <p:cNvSpPr/>
          <p:nvPr/>
        </p:nvSpPr>
        <p:spPr>
          <a:xfrm>
            <a:off x="167004" y="963835"/>
            <a:ext cx="2883600" cy="1315132"/>
          </a:xfrm>
          <a:prstGeom prst="roundRect">
            <a:avLst>
              <a:gd name="adj" fmla="val 490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8FB59D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34FC7D7-2496-CB5B-9398-34F2A0F76D65}"/>
              </a:ext>
            </a:extLst>
          </p:cNvPr>
          <p:cNvSpPr/>
          <p:nvPr/>
        </p:nvSpPr>
        <p:spPr>
          <a:xfrm>
            <a:off x="9141396" y="963835"/>
            <a:ext cx="2883600" cy="1315132"/>
          </a:xfrm>
          <a:prstGeom prst="roundRect">
            <a:avLst>
              <a:gd name="adj" fmla="val 490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8FB59D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60EA32A1-524A-A49F-A7E6-838B72EEEAD8}"/>
              </a:ext>
            </a:extLst>
          </p:cNvPr>
          <p:cNvSpPr/>
          <p:nvPr/>
        </p:nvSpPr>
        <p:spPr>
          <a:xfrm>
            <a:off x="3159676" y="960826"/>
            <a:ext cx="2883600" cy="1315132"/>
          </a:xfrm>
          <a:prstGeom prst="roundRect">
            <a:avLst>
              <a:gd name="adj" fmla="val 490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8FB59D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21A27D52-9075-67FE-C785-00111A90082C}"/>
              </a:ext>
            </a:extLst>
          </p:cNvPr>
          <p:cNvSpPr/>
          <p:nvPr/>
        </p:nvSpPr>
        <p:spPr>
          <a:xfrm>
            <a:off x="6148724" y="960826"/>
            <a:ext cx="2883600" cy="1315132"/>
          </a:xfrm>
          <a:prstGeom prst="roundRect">
            <a:avLst>
              <a:gd name="adj" fmla="val 490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8FB59D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489A730C-D9A6-18BF-0DFA-7962D4947E9E}"/>
              </a:ext>
            </a:extLst>
          </p:cNvPr>
          <p:cNvSpPr/>
          <p:nvPr/>
        </p:nvSpPr>
        <p:spPr>
          <a:xfrm>
            <a:off x="167004" y="4582042"/>
            <a:ext cx="2879976" cy="2103014"/>
          </a:xfrm>
          <a:prstGeom prst="roundRect">
            <a:avLst>
              <a:gd name="adj" fmla="val 381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8FB59D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B07D6379-C2CA-7EF8-758F-E66B5EF85AF1}"/>
              </a:ext>
            </a:extLst>
          </p:cNvPr>
          <p:cNvSpPr/>
          <p:nvPr/>
        </p:nvSpPr>
        <p:spPr>
          <a:xfrm>
            <a:off x="3161488" y="4582042"/>
            <a:ext cx="2879976" cy="2111955"/>
          </a:xfrm>
          <a:prstGeom prst="roundRect">
            <a:avLst>
              <a:gd name="adj" fmla="val 309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8FB59D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919AC7EF-6F0E-866A-9B4C-243B47EBF9FE}"/>
              </a:ext>
            </a:extLst>
          </p:cNvPr>
          <p:cNvSpPr/>
          <p:nvPr/>
        </p:nvSpPr>
        <p:spPr>
          <a:xfrm>
            <a:off x="3781865" y="312390"/>
            <a:ext cx="4628270" cy="396934"/>
          </a:xfrm>
          <a:prstGeom prst="roundRect">
            <a:avLst>
              <a:gd name="adj" fmla="val 19078"/>
            </a:avLst>
          </a:prstGeom>
          <a:solidFill>
            <a:schemeClr val="bg1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60299F3A-BA3A-0D36-0D81-C24D3233D25A}"/>
              </a:ext>
            </a:extLst>
          </p:cNvPr>
          <p:cNvSpPr/>
          <p:nvPr/>
        </p:nvSpPr>
        <p:spPr>
          <a:xfrm>
            <a:off x="6148724" y="2379020"/>
            <a:ext cx="5876272" cy="210600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8FB59D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C9A133A6-08E1-33CF-7E8C-CB3DFF209336}"/>
              </a:ext>
            </a:extLst>
          </p:cNvPr>
          <p:cNvSpPr/>
          <p:nvPr/>
        </p:nvSpPr>
        <p:spPr>
          <a:xfrm>
            <a:off x="6148724" y="4585073"/>
            <a:ext cx="5876272" cy="2106000"/>
          </a:xfrm>
          <a:prstGeom prst="roundRect">
            <a:avLst>
              <a:gd name="adj" fmla="val 381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8FB59D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pic>
        <p:nvPicPr>
          <p:cNvPr id="27" name="Gráfico 26" descr="Gráfico de barras con relleno sólido">
            <a:extLst>
              <a:ext uri="{FF2B5EF4-FFF2-40B4-BE49-F238E27FC236}">
                <a16:creationId xmlns:a16="http://schemas.microsoft.com/office/drawing/2014/main" id="{1AE470DC-C97B-69AE-7FA0-C17A92C588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327" y="259609"/>
            <a:ext cx="526149" cy="503512"/>
          </a:xfrm>
          <a:prstGeom prst="rect">
            <a:avLst/>
          </a:prstGeom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2040CD78-09AB-A75A-59C8-A573F46F484B}"/>
              </a:ext>
            </a:extLst>
          </p:cNvPr>
          <p:cNvSpPr/>
          <p:nvPr/>
        </p:nvSpPr>
        <p:spPr>
          <a:xfrm>
            <a:off x="163380" y="2382029"/>
            <a:ext cx="5876272" cy="2106000"/>
          </a:xfrm>
          <a:prstGeom prst="roundRect">
            <a:avLst>
              <a:gd name="adj" fmla="val 381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8FB59D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739820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77A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D710E465-BC75-7E59-25CB-E88460535335}"/>
              </a:ext>
            </a:extLst>
          </p:cNvPr>
          <p:cNvSpPr/>
          <p:nvPr/>
        </p:nvSpPr>
        <p:spPr>
          <a:xfrm>
            <a:off x="57932" y="57932"/>
            <a:ext cx="12076136" cy="6742136"/>
          </a:xfrm>
          <a:prstGeom prst="roundRect">
            <a:avLst>
              <a:gd name="adj" fmla="val 1553"/>
            </a:avLst>
          </a:prstGeom>
          <a:solidFill>
            <a:srgbClr val="EDF8EE"/>
          </a:solidFill>
          <a:ln>
            <a:solidFill>
              <a:srgbClr val="95BDA3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24235DA7-08D6-4F56-8B1E-E7612BD93343}"/>
              </a:ext>
            </a:extLst>
          </p:cNvPr>
          <p:cNvSpPr/>
          <p:nvPr/>
        </p:nvSpPr>
        <p:spPr>
          <a:xfrm>
            <a:off x="167004" y="164002"/>
            <a:ext cx="11859065" cy="693762"/>
          </a:xfrm>
          <a:prstGeom prst="roundRect">
            <a:avLst>
              <a:gd name="adj" fmla="val 9260"/>
            </a:avLst>
          </a:prstGeom>
          <a:solidFill>
            <a:srgbClr val="2255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DEEF0695-777B-5F2C-77F6-6AFC73434571}"/>
              </a:ext>
            </a:extLst>
          </p:cNvPr>
          <p:cNvSpPr/>
          <p:nvPr/>
        </p:nvSpPr>
        <p:spPr>
          <a:xfrm>
            <a:off x="167004" y="963835"/>
            <a:ext cx="2883600" cy="1315132"/>
          </a:xfrm>
          <a:prstGeom prst="roundRect">
            <a:avLst>
              <a:gd name="adj" fmla="val 490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8FB59D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60519E09-C02C-2A76-7BC3-4A2C6C692DBD}"/>
              </a:ext>
            </a:extLst>
          </p:cNvPr>
          <p:cNvSpPr/>
          <p:nvPr/>
        </p:nvSpPr>
        <p:spPr>
          <a:xfrm>
            <a:off x="9141396" y="963835"/>
            <a:ext cx="2883600" cy="1315132"/>
          </a:xfrm>
          <a:prstGeom prst="roundRect">
            <a:avLst>
              <a:gd name="adj" fmla="val 490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8FB59D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2213C5E6-2E66-C795-9E17-C2E1846AB75F}"/>
              </a:ext>
            </a:extLst>
          </p:cNvPr>
          <p:cNvSpPr/>
          <p:nvPr/>
        </p:nvSpPr>
        <p:spPr>
          <a:xfrm>
            <a:off x="3159676" y="960826"/>
            <a:ext cx="2883600" cy="1315132"/>
          </a:xfrm>
          <a:prstGeom prst="roundRect">
            <a:avLst>
              <a:gd name="adj" fmla="val 490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8FB59D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D57E317D-B5FA-9F5B-0824-F401E68078E9}"/>
              </a:ext>
            </a:extLst>
          </p:cNvPr>
          <p:cNvSpPr/>
          <p:nvPr/>
        </p:nvSpPr>
        <p:spPr>
          <a:xfrm>
            <a:off x="6148724" y="960826"/>
            <a:ext cx="2883600" cy="1315132"/>
          </a:xfrm>
          <a:prstGeom prst="roundRect">
            <a:avLst>
              <a:gd name="adj" fmla="val 490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8FB59D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19E782CA-B548-8313-A092-506021452E29}"/>
              </a:ext>
            </a:extLst>
          </p:cNvPr>
          <p:cNvSpPr/>
          <p:nvPr/>
        </p:nvSpPr>
        <p:spPr>
          <a:xfrm>
            <a:off x="3781865" y="312390"/>
            <a:ext cx="4628270" cy="396934"/>
          </a:xfrm>
          <a:prstGeom prst="roundRect">
            <a:avLst>
              <a:gd name="adj" fmla="val 19078"/>
            </a:avLst>
          </a:prstGeom>
          <a:solidFill>
            <a:schemeClr val="bg1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10D1E62D-B6DF-B5DF-B660-826804C91780}"/>
              </a:ext>
            </a:extLst>
          </p:cNvPr>
          <p:cNvSpPr/>
          <p:nvPr/>
        </p:nvSpPr>
        <p:spPr>
          <a:xfrm>
            <a:off x="6148724" y="2379020"/>
            <a:ext cx="5876272" cy="2106000"/>
          </a:xfrm>
          <a:prstGeom prst="roundRect">
            <a:avLst>
              <a:gd name="adj" fmla="val 345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8FB59D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pic>
        <p:nvPicPr>
          <p:cNvPr id="28" name="Gráfico 27" descr="Gráfico de barras con relleno sólido">
            <a:extLst>
              <a:ext uri="{FF2B5EF4-FFF2-40B4-BE49-F238E27FC236}">
                <a16:creationId xmlns:a16="http://schemas.microsoft.com/office/drawing/2014/main" id="{F4669031-1A16-DC2A-E378-85E0AD35F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327" y="259609"/>
            <a:ext cx="526149" cy="503512"/>
          </a:xfrm>
          <a:prstGeom prst="rect">
            <a:avLst/>
          </a:prstGeom>
        </p:spPr>
      </p:pic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2C6A94D0-FBE8-A237-0724-6551EEF7467D}"/>
              </a:ext>
            </a:extLst>
          </p:cNvPr>
          <p:cNvSpPr/>
          <p:nvPr/>
        </p:nvSpPr>
        <p:spPr>
          <a:xfrm>
            <a:off x="163380" y="2382029"/>
            <a:ext cx="5876272" cy="2106000"/>
          </a:xfrm>
          <a:prstGeom prst="roundRect">
            <a:avLst>
              <a:gd name="adj" fmla="val 381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8FB59D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ACAFE365-974F-F366-1809-B8F4B91260E3}"/>
              </a:ext>
            </a:extLst>
          </p:cNvPr>
          <p:cNvSpPr/>
          <p:nvPr/>
        </p:nvSpPr>
        <p:spPr>
          <a:xfrm>
            <a:off x="6148724" y="4582042"/>
            <a:ext cx="2879976" cy="2111955"/>
          </a:xfrm>
          <a:prstGeom prst="roundRect">
            <a:avLst>
              <a:gd name="adj" fmla="val 382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8FB59D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C5B2747E-6FA3-D49E-1C06-7884238B8872}"/>
              </a:ext>
            </a:extLst>
          </p:cNvPr>
          <p:cNvSpPr/>
          <p:nvPr/>
        </p:nvSpPr>
        <p:spPr>
          <a:xfrm>
            <a:off x="9145020" y="4582042"/>
            <a:ext cx="2879976" cy="2111955"/>
          </a:xfrm>
          <a:prstGeom prst="roundRect">
            <a:avLst>
              <a:gd name="adj" fmla="val 309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8FB59D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DE35DAA6-69BF-806A-E336-8C0F3563C4DC}"/>
              </a:ext>
            </a:extLst>
          </p:cNvPr>
          <p:cNvSpPr/>
          <p:nvPr/>
        </p:nvSpPr>
        <p:spPr>
          <a:xfrm>
            <a:off x="163380" y="4582042"/>
            <a:ext cx="5876272" cy="2106000"/>
          </a:xfrm>
          <a:prstGeom prst="roundRect">
            <a:avLst>
              <a:gd name="adj" fmla="val 381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8FB59D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7091978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1578</TotalTime>
  <Words>0</Words>
  <Application>Microsoft Office PowerPoint</Application>
  <PresentationFormat>Panorámica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ORTEGA MARCO ANTONIO</dc:creator>
  <cp:lastModifiedBy>ORTEGA MARCO ANTONIO</cp:lastModifiedBy>
  <cp:revision>16</cp:revision>
  <dcterms:created xsi:type="dcterms:W3CDTF">2026-03-12T03:00:59Z</dcterms:created>
  <dcterms:modified xsi:type="dcterms:W3CDTF">2026-03-16T17:40:08Z</dcterms:modified>
</cp:coreProperties>
</file>